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80ab1645c0492a" /><Relationship Type="http://schemas.openxmlformats.org/officeDocument/2006/relationships/extended-properties" Target="/docProps/app.xml" Id="R3d057d1838d24ded" /><Relationship Type="http://schemas.openxmlformats.org/officeDocument/2006/relationships/officeDocument" Target="/ppt/presentation.xml" Id="R1996a715ed9840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ef49aaba364f20"/>
  </p:sldMasterIdLst>
  <p:notesMasterIdLst>
    <p:notesMasterId xmlns:r="http://schemas.openxmlformats.org/officeDocument/2006/relationships" r:id="R25986828cc0648b7"/>
  </p:notesMasterIdLst>
  <p:sldIdLst>
    <p:sldId xmlns:r="http://schemas.openxmlformats.org/officeDocument/2006/relationships" id="256" r:id="R7ed5a8177658475d"/>
    <p:sldId xmlns:r="http://schemas.openxmlformats.org/officeDocument/2006/relationships" id="257" r:id="Rdc7892841c0f407d"/>
    <p:sldId xmlns:r="http://schemas.openxmlformats.org/officeDocument/2006/relationships" id="258" r:id="R28e30d67b9ab45b3"/>
    <p:sldId xmlns:r="http://schemas.openxmlformats.org/officeDocument/2006/relationships" id="259" r:id="R64dca4056ea54de2"/>
    <p:sldId xmlns:r="http://schemas.openxmlformats.org/officeDocument/2006/relationships" id="260" r:id="R8be4257277ba432b"/>
    <p:sldId xmlns:r="http://schemas.openxmlformats.org/officeDocument/2006/relationships" id="261" r:id="Rab324f6fcd364836"/>
    <p:sldId xmlns:r="http://schemas.openxmlformats.org/officeDocument/2006/relationships" id="262" r:id="R33c1665c2ddd48ae"/>
    <p:sldId xmlns:r="http://schemas.openxmlformats.org/officeDocument/2006/relationships" id="263" r:id="R194e3bf6a49140d4"/>
    <p:sldId xmlns:r="http://schemas.openxmlformats.org/officeDocument/2006/relationships" id="264" r:id="R1796856c6c6546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0bf814c96c462d" /><Relationship Type="http://schemas.openxmlformats.org/officeDocument/2006/relationships/slideMaster" Target="/ppt/slideMasters/slideMaster1.xml" Id="R68ef49aaba364f20" /><Relationship Type="http://schemas.openxmlformats.org/officeDocument/2006/relationships/notesMaster" Target="/ppt/notesMasters/notesMaster1.xml" Id="R25986828cc0648b7" /><Relationship Type="http://schemas.openxmlformats.org/officeDocument/2006/relationships/presProps" Target="/ppt/presProps.xml" Id="R0ab56e85509549a1" /><Relationship Type="http://schemas.openxmlformats.org/officeDocument/2006/relationships/tableStyles" Target="/ppt/tableStyles.xml" Id="R21b368df0a164c1b" /><Relationship Type="http://schemas.openxmlformats.org/officeDocument/2006/relationships/slide" Target="/ppt/slides/slide1.xml" Id="R7ed5a8177658475d" /><Relationship Type="http://schemas.openxmlformats.org/officeDocument/2006/relationships/slide" Target="/ppt/slides/slide2.xml" Id="Rdc7892841c0f407d" /><Relationship Type="http://schemas.openxmlformats.org/officeDocument/2006/relationships/slide" Target="/ppt/slides/slide3.xml" Id="R28e30d67b9ab45b3" /><Relationship Type="http://schemas.openxmlformats.org/officeDocument/2006/relationships/slide" Target="/ppt/slides/slide4.xml" Id="R64dca4056ea54de2" /><Relationship Type="http://schemas.openxmlformats.org/officeDocument/2006/relationships/slide" Target="/ppt/slides/slide5.xml" Id="R8be4257277ba432b" /><Relationship Type="http://schemas.openxmlformats.org/officeDocument/2006/relationships/slide" Target="/ppt/slides/slide6.xml" Id="Rab324f6fcd364836" /><Relationship Type="http://schemas.openxmlformats.org/officeDocument/2006/relationships/slide" Target="/ppt/slides/slide7.xml" Id="R33c1665c2ddd48ae" /><Relationship Type="http://schemas.openxmlformats.org/officeDocument/2006/relationships/slide" Target="/ppt/slides/slide8.xml" Id="R194e3bf6a49140d4" /><Relationship Type="http://schemas.openxmlformats.org/officeDocument/2006/relationships/slide" Target="/ppt/slides/slide9.xml" Id="R1796856c6c6546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2b4fe1acea46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8d7182fd234c8e" /><Relationship Type="http://schemas.openxmlformats.org/officeDocument/2006/relationships/notesMaster" Target="/ppt/notesMasters/notesMaster1.xml" Id="R61abc0d40d8349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9c6370d1574295" /><Relationship Type="http://schemas.openxmlformats.org/officeDocument/2006/relationships/notesMaster" Target="/ppt/notesMasters/notesMaster1.xml" Id="R4d2aaa6d79db4d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a08500155645c6" /><Relationship Type="http://schemas.openxmlformats.org/officeDocument/2006/relationships/notesMaster" Target="/ppt/notesMasters/notesMaster1.xml" Id="R4ac4ce2c8ca64e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956af217fd42e6" /><Relationship Type="http://schemas.openxmlformats.org/officeDocument/2006/relationships/notesMaster" Target="/ppt/notesMasters/notesMaster1.xml" Id="R9b2ddcacec324b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a1212b8e904abc" /><Relationship Type="http://schemas.openxmlformats.org/officeDocument/2006/relationships/notesMaster" Target="/ppt/notesMasters/notesMaster1.xml" Id="Re8acbb0004fa49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39f08cecec46d0" /><Relationship Type="http://schemas.openxmlformats.org/officeDocument/2006/relationships/notesMaster" Target="/ppt/notesMasters/notesMaster1.xml" Id="R0f04952e36e748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41ca35f9834ef7" /><Relationship Type="http://schemas.openxmlformats.org/officeDocument/2006/relationships/notesMaster" Target="/ppt/notesMasters/notesMaster1.xml" Id="R49cc8676522848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b718d377ad4964" /><Relationship Type="http://schemas.openxmlformats.org/officeDocument/2006/relationships/notesMaster" Target="/ppt/notesMasters/notesMaster1.xml" Id="Rba0c3311dca343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db0e77691a4521" /><Relationship Type="http://schemas.openxmlformats.org/officeDocument/2006/relationships/notesMaster" Target="/ppt/notesMasters/notesMaster1.xml" Id="R6543994146d742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df1e4b36a4f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088d07e87b4a36" /><Relationship Type="http://schemas.openxmlformats.org/officeDocument/2006/relationships/slideLayout" Target="/ppt/slideLayouts/slideLayout1.xml" Id="R2add99ea9aaf48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dd99ea9aaf48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4eeadb38c439b" /><Relationship Type="http://schemas.openxmlformats.org/officeDocument/2006/relationships/image" Target="/ppt/media/image.png" Id="R78c191ff576b415b" /><Relationship Type="http://schemas.openxmlformats.org/officeDocument/2006/relationships/notesSlide" Target="/ppt/notesSlides/notesSlide1.xml" Id="R1a067640d7d545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3631231dd43a0" /><Relationship Type="http://schemas.openxmlformats.org/officeDocument/2006/relationships/notesSlide" Target="/ppt/notesSlides/notesSlide2.xml" Id="Rb4c547e56ecc4b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88453fc634c64" /><Relationship Type="http://schemas.openxmlformats.org/officeDocument/2006/relationships/notesSlide" Target="/ppt/notesSlides/notesSlide3.xml" Id="R786a9ff3b5c14c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84246569244f6" /><Relationship Type="http://schemas.openxmlformats.org/officeDocument/2006/relationships/image" Target="/ppt/media/image2.png" Id="R49d0ef51e1d04f7a" /><Relationship Type="http://schemas.openxmlformats.org/officeDocument/2006/relationships/notesSlide" Target="/ppt/notesSlides/notesSlide4.xml" Id="Ra8a95ee9f7d64a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58c2786a6433e" /><Relationship Type="http://schemas.openxmlformats.org/officeDocument/2006/relationships/notesSlide" Target="/ppt/notesSlides/notesSlide5.xml" Id="R2994ee71ee6c47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9bb0494d04d30" /><Relationship Type="http://schemas.openxmlformats.org/officeDocument/2006/relationships/image" Target="/ppt/media/image3.png" Id="R7843e658611a4554" /><Relationship Type="http://schemas.openxmlformats.org/officeDocument/2006/relationships/notesSlide" Target="/ppt/notesSlides/notesSlide6.xml" Id="R4d49186fd1f64d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11bbe838f4367" /><Relationship Type="http://schemas.openxmlformats.org/officeDocument/2006/relationships/notesSlide" Target="/ppt/notesSlides/notesSlide7.xml" Id="R57cef194690b48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0734d9e4c409f" /><Relationship Type="http://schemas.openxmlformats.org/officeDocument/2006/relationships/notesSlide" Target="/ppt/notesSlides/notesSlide8.xml" Id="R14c043904d7c46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d6c0972cf403c" /><Relationship Type="http://schemas.openxmlformats.org/officeDocument/2006/relationships/image" Target="/ppt/media/image4.png" Id="R5cda34c1df0a4a21" /><Relationship Type="http://schemas.openxmlformats.org/officeDocument/2006/relationships/notesSlide" Target="/ppt/notesSlides/notesSlide9.xml" Id="Rcca3ada01eff49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8D7F19-DAE5-456A-B30F-3C6CB3EA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0DEFD-7AE9-4423-8764-229A0490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46E85-BA9C-4F3F-BB57-D9C9B23E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F172A"/>
                </a:solidFill>
              </a:defRPr>
            </a:pPr>
            <a:r>
              <a:rPr sz="4050" b="1">
                <a:solidFill>
                  <a:srgbClr val="0F172A"/>
                </a:solidFill>
              </a:rPr>
              <a:t>Easy BPM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02718-1E80-4B5E-8F08-314192BF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Caso de uso: aprovação de fornecedores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B4A9B-A55A-4160-8F19-729E8031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Da modelagem visual à operação com timeline, tarefas, integrações e gestão de incidentes.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32CFC-21A1-465D-99E7-455E63CB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619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Modelar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12830-3650-4461-89A8-48386641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81400"/>
            <a:ext cx="1619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Executar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A1041-FC05-4177-92FF-DAB0BB05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1400"/>
            <a:ext cx="1619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Operar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191ff576b415b"/>
          <a:srcRect xmlns:a="http://schemas.openxmlformats.org/drawingml/2006/main" l="14212" t="0" r="142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723900"/>
            <a:ext cx="4457700" cy="47625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A3657-1607-4025-837A-29DF1852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7097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60451E-D91D-48A2-A5CC-2E363FA4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EASY BPM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F8653-F04A-448F-A77B-70758D06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O problema: processos críticos ainda vivem fora do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F7BCF-2A0C-47FD-BBAB-C5CC2359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Aprovação de fornecedores costuma nascer em e-mails, planilhas e conversas paralelas.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6F93E-C1D4-4525-ADAB-F69A0E58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2F4B6-99CD-4A85-A699-5DF9390F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Baixa visibilidade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36996-A18D-47FE-AD39-50066D87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Ninguém sabe exatamente onde a solicitação está parada ou quem precisa agir.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BE7FD-47E3-4330-911E-2CC0848C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0E89E-D5C7-4B58-B1C9-3E88AD5C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Retrabalho manual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64D5A-8E0B-4217-AD19-FB864009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Dados são copiados entre planilhas, e-mails, ERP e ferramentas internas.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3C427-6B2B-40FF-B89C-D5B96EAC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24773-2C3E-476F-A9A4-20392145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Falhas sem contexto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0967A-80A8-4163-BF30-18AEE108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Quando uma API ou integração falha, o time precisa reconstruir o histórico na mão.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71880-C95B-4141-9A7E-B5282BCB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55257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A0CBCA-3521-4C54-A04B-979D7DA1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EASY BPM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0163E-933A-4E8A-A2FB-51220E68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Caso de uso: aprovação de fornecedores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902D7-F992-4A8F-812B-E36E2C61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Um fluxo simples para demonstrar automação, controle e recuperação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B386B-1247-4133-B50B-2955E419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35802-860F-46DD-AB14-1814A55B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Solicitação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B1005-7CC2-4946-AB66-24B7C37C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Área requisitante envia dados e documentos do fornecedor.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E6479-D424-41FA-A2B0-464210AB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90875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3C5F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72D9C-6D21-4FB8-9536-0EF05CF7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892B8-F62B-43CC-9380-4F74A89B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Validação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E2C41-A874-4289-A7E2-D94D8704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148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Easy BPM consulta serviços externos e valida regras.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8437C-904E-471F-8EF1-8A989B74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90875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3C5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DEDD0-5249-49EB-A0C7-188D1292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14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A31E0-CC6F-44FC-A7A9-6C7C17BD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Aprovação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820DA-9BBF-449E-B6F8-886289A3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Financeiro avalia risco, dados fiscais e contrato.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0B98E-1BE5-4136-BCCA-2C019A38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3C5F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33946-D09D-4BFC-B9FF-AB06A311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146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364BE-2E7B-4A84-8261-11B8525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Integração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EB9E13-9BF2-4B0B-A13A-F3A73B98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148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Fornecedor aprovado é enviado ao ERP.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9EC97-E00D-4AB3-8CEF-5279E630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9279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68FD2A-8509-4015-9676-86C31914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EASY BPM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CE1EB-0090-43C2-8995-CC82FF0C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1. Modele o processo visualmente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E6EDD-B852-49A1-8E8B-BC96FBEB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Desenhe tarefas humanas, APIs e exceções em um fluxo visual.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0ef51e1d04f7a"/>
          <a:srcRect xmlns:a="http://schemas.openxmlformats.org/drawingml/2006/main" l="0" t="6774" r="0" b="6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1524000"/>
            <a:ext cx="3429000" cy="2266950"/>
          </a:xfrm>
          <a:prstGeom xmlns:a="http://schemas.openxmlformats.org/drawingml/2006/main" prst="roundRect">
            <a:avLst>
              <a:gd name="adj" fmla="val 504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9EF78-ACDD-4E47-92B5-BD322EFC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71950"/>
            <a:ext cx="819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42338-16AA-4574-A2F5-F4CA458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8AC37-FF92-4C02-80DC-82086223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71950"/>
            <a:ext cx="1200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Solicitação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AFE6F-D28E-418A-B6C3-7B345EBA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767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916ED-7F88-4407-B805-851B5F41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1200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API Fiscal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BACE8-95B6-4490-81AB-908285CB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767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BEAAF-E60B-42B8-8D60-88704342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71950"/>
            <a:ext cx="1200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Aprovação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2BEBA1-2D68-49C8-8730-17425F2C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4767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1EF99-F8A5-49CF-B082-BF454655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1200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ERP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75BE3-CAB8-4E35-8BBF-2B68E2AA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-5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3EC56-2413-4C0D-8B3C-6BD9E59B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8191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2B08A-AABE-40A3-8C6A-201502BB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Componentes configuráveis: formulário, API task, gateway, user task e integração final.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4FA80-829C-4151-B0D7-D8CA15C0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00911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D0AB6-D9B9-4AC7-B447-8D26F2B7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EASY BPM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F8354-5495-4529-9CEB-B0196ABC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2. Execute com tarefas e formulários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AFCE6-86A3-4209-9F98-AB67A2A3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A solicitação vira uma instância rastreável, e cada responsável recebe a tarefa certa no momento certo.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291EE-587B-47D4-9DE6-C44821B1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43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40814-8E74-43E0-B69B-9007F868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Task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A69A6-76BB-45DF-A7DE-8E2C66EF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Minhas tarefas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BAAF0-B8FA-48B1-85F0-0C18455F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4095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CB4EC-00BC-423C-B83E-54E9D772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00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0C1EC-64E8-4B00-9D00-789615F3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242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Aprovar fornecedor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6F4B2-3599-4C81-9B76-B899548E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338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Financeiro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48B5F-180C-4C5A-B5FC-132D4798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4095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A1037-39CF-424E-AB2E-6F5FEA8B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48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E29E4-2FED-4CA6-9530-EE62EB92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719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Revisar documentos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0D246-411F-4077-8BDA-93880E0F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81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Jurídico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E0E763-3C1E-4CE2-ABC2-BC62ACFD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4095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912E7-603D-4810-8F6B-D112991D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958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56DB9-7A6D-4BF3-BB65-E06EC929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96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Confirmar cadastro ERP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376A7-F04A-48EF-8E09-8B2E2F6E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292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Operações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E8672-4983-4F51-9DAE-073DC101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69128-4800-4B6F-BBCA-BAB7349A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Entrada padronizada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27D0A-A0C7-4EA9-9EED-9E1F9EB1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8132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Dados do fornecedor e documentos entram por formulário, não por mensagens soltas.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1628C-EBD6-4C25-998D-6C17EB55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E935CA-2891-4D78-BE37-F3EBA471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Aprovação guiada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15C069-E126-46EA-8C18-CAC2DE7E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O financeiro recebe contexto, variáveis do processo e próximos passos claros.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4133D-DFC2-4726-B830-2D7166FB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27962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38BC50-4AF8-45EE-AB10-80213A20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EASY BPM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0ECC5-4A34-48BB-9F79-1664BFE6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3. Opere com visibilidade no BPM Admin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D043F-F4F7-4FDF-8418-3631FED0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A equipe de operações acompanha instâncias, variáveis, tarefas, status e histórico de execução.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3e658611a4554"/>
          <a:srcRect xmlns:a="http://schemas.openxmlformats.org/drawingml/2006/main" l="13032" t="0" r="130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162050"/>
            <a:ext cx="4857750" cy="3695700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99ABD-ED41-4C86-B808-E39E9166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D6DA4-B6F6-4FFE-BCC1-E291A932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Timeline da instância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C5368-DDFD-40A2-AADB-9CD92637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Eventos importantes aparecem em ordem cronológica.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C3B7F-BC0F-41D1-A1F5-4BA83A21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77096-83F2-4180-BABD-33AB4BCE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Variáveis auditáveis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E3C87-5051-4035-89A6-EA155A7E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9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Dados do processo ficam disponíveis para suporte e recuperação.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F5881-0088-4DB4-A56A-FF7C97DE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8DFE2-97AE-4810-B3DC-95D105CD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0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Ações operacionais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7A991-7EB1-4FD2-8FCC-5C90C472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33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Mover nó, parar instância e investigar execução sem abrir banco.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29159-22FE-47CD-894D-12F0569A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3784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48D7E2-79C7-421B-A9B9-0C33210C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EASY BPM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9AD70-782E-4D60-8C67-EB029D9F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4. Recupere falhas com Incident Manager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00E88-2B7E-4613-976A-4CA31D3E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Se a integração com o ERP falhar, Easy BPM registra o incidente com contexto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F45B3-26F7-4D9A-A069-30BF5BCF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1619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API ERP falha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86FE6-FD15-4FBE-A0EB-A1EFB41F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29000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CA5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74F8F-1FC1-4287-9E0F-EE9FD2B3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24200"/>
            <a:ext cx="1809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Incidente criado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264A4-B101-429B-B58A-7E14B686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CA5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54352-4E35-4A83-8A90-BDBFC623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24200"/>
            <a:ext cx="2000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Retry ou resolução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8533C-CFB0-4C9C-B123-C11958D3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290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CA5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DA5BB-477B-42A7-9B02-ADCE5232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24200"/>
            <a:ext cx="1238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Processo continua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71009-0936-402A-9CA0-C7807B2A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863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EDF49-08C8-4B26-BCB7-D419B9A0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863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Sem perda de contexto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5A48B-18CD-4E69-A004-F57C27B4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482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O incidente preserva instância, nó, mensagem técnica, severidade, status e eventos de recuperação.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C52EB-4CF5-4ED3-82CD-0E277D0A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6735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96E6AF-006C-4AE5-9D70-59978A8A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EASY BPM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E835A-7480-4615-A33F-EFE8BB3F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Impacto esperado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8F44E-6572-4EF5-A35E-0D232829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48B"/>
                </a:solidFill>
              </a:defRPr>
            </a:pPr>
            <a:r>
              <a:rPr sz="1650" b="0">
                <a:solidFill>
                  <a:srgbClr val="64748B"/>
                </a:solidFill>
              </a:rPr>
              <a:t>Easy BPM combina automação de processo com governança operacional.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496D8-F43F-41DC-8BCD-35F96EAE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0329D-1318-4F8B-B56C-80FAD2AB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Menos retrabalho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D113A-4FCB-4EB5-B611-8874774E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100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Dados estruturados substituem e-mails e planilhas.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44D15-D12A-44A3-8A85-5785C6E6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5502F-BF1E-433F-9EBD-241029DB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43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Mais rastreabilidade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42B32-A24D-466C-94F1-843F311E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100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Cada instância tem histórico, variáveis e eventos.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7F62C-82F0-4DE2-9BC0-FD58AEF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BE4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6B5B6-F9B2-45FF-AA79-B5CB411C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Recuperação mais rápida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F44B5-8424-45AF-AB74-2F52D48C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Incidentes centralizam falhas e ações de correção.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58FE9-2143-4B8D-9B02-6ED1C5A2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45122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CDBE6A-81C5-44A6-A2D1-21A3451D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Easy BPM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1EDC4-2BE8-4C38-A003-75D1ED96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DBEAFE"/>
                </a:solidFill>
              </a:defRPr>
            </a:pPr>
            <a:r>
              <a:rPr sz="2400" b="0">
                <a:solidFill>
                  <a:srgbClr val="DBEAFE"/>
                </a:solidFill>
              </a:rPr>
              <a:t>Modele, execute e opere processos críticos com confiança.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153C3-3A17-407B-A885-4CDBFF90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3C5FD"/>
                </a:solidFill>
              </a:defRPr>
            </a:pPr>
            <a:r>
              <a:rPr sz="1650" b="1">
                <a:solidFill>
                  <a:srgbClr val="93C5FD"/>
                </a:solidFill>
              </a:rPr>
              <a:t>Caso de uso: aprovação de fornecedores automatizada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a34c1df0a4a21"/>
          <a:srcRect xmlns:a="http://schemas.openxmlformats.org/drawingml/2006/main" l="25145" t="0" r="251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857250"/>
            <a:ext cx="3619500" cy="409575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B1937-4E49-4167-A576-39D763B3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E79EA-D5C6-41B3-A8A0-AA70041F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26026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2026-06-23T21:34:17.3820000Z</dcterms:created>
  <dcterms:modified xsi:type="dcterms:W3CDTF">2026-06-23T21:34:17.3820000Z</dcterms:modified>
</coreProperties>
</file>